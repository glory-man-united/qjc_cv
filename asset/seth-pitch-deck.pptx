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6320" y="1035050"/>
            <a:ext cx="7405370" cy="4972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270" y="824230"/>
            <a:ext cx="7084060" cy="53936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965" y="0"/>
            <a:ext cx="8942070" cy="68573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555" y="879475"/>
            <a:ext cx="9979025" cy="52825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825" y="798830"/>
            <a:ext cx="7880350" cy="5208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瞿嘉辰</dc:creator>
  <cp:lastModifiedBy>GLORY MAN UNITED</cp:lastModifiedBy>
  <cp:revision>5</cp:revision>
  <dcterms:created xsi:type="dcterms:W3CDTF">2023-08-09T12:44:00Z</dcterms:created>
  <dcterms:modified xsi:type="dcterms:W3CDTF">2026-03-12T16:06:19Z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8CBCD392AD024D9688C3FDE4BF0304E8_12</vt:lpwstr>
  </property>
</Properties>
</file>